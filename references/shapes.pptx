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6" r:id="rId3"/>
    <p:sldId id="257" r:id="rId4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2434" y="-6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9ED9A-C348-475B-B45D-E22885DD265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4E3E-3452-441B-8D16-1DD4AC56F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061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9ED9A-C348-475B-B45D-E22885DD265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4E3E-3452-441B-8D16-1DD4AC56F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558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9ED9A-C348-475B-B45D-E22885DD265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4E3E-3452-441B-8D16-1DD4AC56F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824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9ED9A-C348-475B-B45D-E22885DD265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4E3E-3452-441B-8D16-1DD4AC56F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690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9ED9A-C348-475B-B45D-E22885DD265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4E3E-3452-441B-8D16-1DD4AC56F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946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9ED9A-C348-475B-B45D-E22885DD265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4E3E-3452-441B-8D16-1DD4AC56F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238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9ED9A-C348-475B-B45D-E22885DD265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4E3E-3452-441B-8D16-1DD4AC56F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09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9ED9A-C348-475B-B45D-E22885DD265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4E3E-3452-441B-8D16-1DD4AC56F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06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9ED9A-C348-475B-B45D-E22885DD265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4E3E-3452-441B-8D16-1DD4AC56F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494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9ED9A-C348-475B-B45D-E22885DD265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4E3E-3452-441B-8D16-1DD4AC56F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70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9ED9A-C348-475B-B45D-E22885DD265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4E3E-3452-441B-8D16-1DD4AC56F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724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29ED9A-C348-475B-B45D-E22885DD265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174E3E-3452-441B-8D16-1DD4AC56F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354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microsoft.com/office/2007/relationships/hdphoto" Target="../media/hdphoto3.wdp"/><Relationship Id="rId5" Type="http://schemas.microsoft.com/office/2007/relationships/hdphoto" Target="../media/hdphoto1.wdp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11.png"/><Relationship Id="rId4" Type="http://schemas.microsoft.com/office/2007/relationships/hdphoto" Target="../media/hdphoto2.wdp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5A12C5-D02B-0CB1-A6DC-0D0BD0B4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6858000" cy="3282961"/>
          </a:xfrm>
          <a:prstGeom prst="rect">
            <a:avLst/>
          </a:prstGeom>
        </p:spPr>
      </p:pic>
      <p:pic>
        <p:nvPicPr>
          <p:cNvPr id="1026" name="Picture 2" descr="chasm-triangle.mp4 [video-to-gif output image]">
            <a:extLst>
              <a:ext uri="{FF2B5EF4-FFF2-40B4-BE49-F238E27FC236}">
                <a16:creationId xmlns:a16="http://schemas.microsoft.com/office/drawing/2014/main" id="{8AECE015-69FF-C094-1CC1-01DD47DF2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4494630">
            <a:off x="1143001" y="4866640"/>
            <a:ext cx="4572000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207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diagram of a prism&#10;&#10;Description automatically generated">
            <a:extLst>
              <a:ext uri="{FF2B5EF4-FFF2-40B4-BE49-F238E27FC236}">
                <a16:creationId xmlns:a16="http://schemas.microsoft.com/office/drawing/2014/main" id="{CC571BB4-A30A-663D-AC85-BF5ECF86BF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775" y="5178554"/>
            <a:ext cx="3457677" cy="2427073"/>
          </a:xfrm>
          <a:prstGeom prst="rect">
            <a:avLst/>
          </a:prstGeom>
        </p:spPr>
      </p:pic>
      <p:pic>
        <p:nvPicPr>
          <p:cNvPr id="4" name="Picture 3" descr="A diagram of a prism&#10;&#10;Description automatically generated">
            <a:extLst>
              <a:ext uri="{FF2B5EF4-FFF2-40B4-BE49-F238E27FC236}">
                <a16:creationId xmlns:a16="http://schemas.microsoft.com/office/drawing/2014/main" id="{A403B776-898B-AFE8-605E-72976F33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96" y="1433624"/>
            <a:ext cx="3457677" cy="242707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EF762AB-C612-25C1-7F3F-C1B42C6C0697}"/>
              </a:ext>
            </a:extLst>
          </p:cNvPr>
          <p:cNvSpPr/>
          <p:nvPr/>
        </p:nvSpPr>
        <p:spPr>
          <a:xfrm>
            <a:off x="1655725" y="1552654"/>
            <a:ext cx="1897427" cy="1814170"/>
          </a:xfrm>
          <a:prstGeom prst="rect">
            <a:avLst/>
          </a:prstGeom>
          <a:solidFill>
            <a:srgbClr val="FF6699">
              <a:alpha val="36000"/>
            </a:srgbClr>
          </a:solidFill>
          <a:ln>
            <a:noFill/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DF4459-6BE7-6CA0-9C89-2D2CC5B87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025" y="0"/>
            <a:ext cx="1361243" cy="23246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9A9D9A-8BC1-807D-F848-1CF79BA96E56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1700" y="3930721"/>
            <a:ext cx="2264861" cy="1741524"/>
          </a:xfrm>
          <a:prstGeom prst="rect">
            <a:avLst/>
          </a:prstGeom>
          <a:scene3d>
            <a:camera prst="isometricTopUp"/>
            <a:lightRig rig="threePt" dir="t"/>
          </a:scene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8002B9-42D1-48BF-3D06-B8320E6F5826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67982" y="3390111"/>
            <a:ext cx="2242822" cy="1025218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BBA1A2-B568-91F2-3EAE-AF68777098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0110" y="6664280"/>
            <a:ext cx="3255717" cy="829164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0594F5-69CF-3004-C2C4-7FCD67E6F2B7}"/>
              </a:ext>
            </a:extLst>
          </p:cNvPr>
          <p:cNvCxnSpPr/>
          <p:nvPr/>
        </p:nvCxnSpPr>
        <p:spPr>
          <a:xfrm>
            <a:off x="1087120" y="3556000"/>
            <a:ext cx="0" cy="171704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75300E-B67A-8CCF-253E-889526481EE2}"/>
              </a:ext>
            </a:extLst>
          </p:cNvPr>
          <p:cNvCxnSpPr>
            <a:cxnSpLocks/>
          </p:cNvCxnSpPr>
          <p:nvPr/>
        </p:nvCxnSpPr>
        <p:spPr>
          <a:xfrm>
            <a:off x="2194560" y="2262687"/>
            <a:ext cx="0" cy="1862273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380B317-EFE2-A2B5-5772-E0392B03D6F4}"/>
              </a:ext>
            </a:extLst>
          </p:cNvPr>
          <p:cNvCxnSpPr>
            <a:cxnSpLocks/>
          </p:cNvCxnSpPr>
          <p:nvPr/>
        </p:nvCxnSpPr>
        <p:spPr>
          <a:xfrm>
            <a:off x="2865921" y="2459739"/>
            <a:ext cx="0" cy="215290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BB7F2A-80BA-FA0C-4D01-574E944289D5}"/>
              </a:ext>
            </a:extLst>
          </p:cNvPr>
          <p:cNvCxnSpPr>
            <a:cxnSpLocks/>
          </p:cNvCxnSpPr>
          <p:nvPr/>
        </p:nvCxnSpPr>
        <p:spPr>
          <a:xfrm>
            <a:off x="2906561" y="2459739"/>
            <a:ext cx="2386706" cy="734084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215AC89-9E43-D4BE-6598-33E2FEE67FD1}"/>
              </a:ext>
            </a:extLst>
          </p:cNvPr>
          <p:cNvCxnSpPr>
            <a:cxnSpLocks/>
          </p:cNvCxnSpPr>
          <p:nvPr/>
        </p:nvCxnSpPr>
        <p:spPr>
          <a:xfrm>
            <a:off x="2945246" y="3034794"/>
            <a:ext cx="2386706" cy="734084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497D7E1-5959-F7DC-E69F-363B6ED06A7B}"/>
              </a:ext>
            </a:extLst>
          </p:cNvPr>
          <p:cNvCxnSpPr>
            <a:cxnSpLocks/>
          </p:cNvCxnSpPr>
          <p:nvPr/>
        </p:nvCxnSpPr>
        <p:spPr>
          <a:xfrm>
            <a:off x="1107904" y="3571521"/>
            <a:ext cx="2520535" cy="775246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88DCE7F2-472A-B037-B0C5-D9555A9A53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03321" y="2647160"/>
            <a:ext cx="1860437" cy="3305698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pic>
        <p:nvPicPr>
          <p:cNvPr id="24" name="Picture 23" descr="A diagram of a prism&#10;&#10;Description automatically generated">
            <a:extLst>
              <a:ext uri="{FF2B5EF4-FFF2-40B4-BE49-F238E27FC236}">
                <a16:creationId xmlns:a16="http://schemas.microsoft.com/office/drawing/2014/main" id="{9D8AE873-3BBE-3BA3-C17A-A63AA7625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775" y="8715776"/>
            <a:ext cx="3457677" cy="2427073"/>
          </a:xfrm>
          <a:prstGeom prst="rect">
            <a:avLst/>
          </a:prstGeom>
        </p:spPr>
      </p:pic>
      <p:pic>
        <p:nvPicPr>
          <p:cNvPr id="25" name="Picture 24" descr="A graph of a growth calculator&#10;&#10;AI-generated content may be incorrect.">
            <a:extLst>
              <a:ext uri="{FF2B5EF4-FFF2-40B4-BE49-F238E27FC236}">
                <a16:creationId xmlns:a16="http://schemas.microsoft.com/office/drawing/2014/main" id="{4EFB5E34-60E7-400D-D6CC-07F5B773DFE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29000" y="9861256"/>
            <a:ext cx="3164726" cy="1917094"/>
          </a:xfrm>
          <a:prstGeom prst="rect">
            <a:avLst/>
          </a:prstGeom>
          <a:ln>
            <a:noFill/>
          </a:ln>
          <a:scene3d>
            <a:camera prst="isometricRightUp"/>
            <a:lightRig rig="threePt" dir="t"/>
          </a:scene3d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15169AA-4300-DA77-4520-D154136E9D36}"/>
              </a:ext>
            </a:extLst>
          </p:cNvPr>
          <p:cNvCxnSpPr>
            <a:cxnSpLocks/>
          </p:cNvCxnSpPr>
          <p:nvPr/>
        </p:nvCxnSpPr>
        <p:spPr>
          <a:xfrm flipV="1">
            <a:off x="1107904" y="9442827"/>
            <a:ext cx="2709748" cy="972972"/>
          </a:xfrm>
          <a:prstGeom prst="line">
            <a:avLst/>
          </a:prstGeom>
          <a:ln w="28575">
            <a:solidFill>
              <a:srgbClr val="BA8F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F00B8BE-5111-AC2B-1767-1C58F48C0B91}"/>
              </a:ext>
            </a:extLst>
          </p:cNvPr>
          <p:cNvCxnSpPr>
            <a:cxnSpLocks/>
          </p:cNvCxnSpPr>
          <p:nvPr/>
        </p:nvCxnSpPr>
        <p:spPr>
          <a:xfrm>
            <a:off x="1107904" y="10415799"/>
            <a:ext cx="0" cy="424921"/>
          </a:xfrm>
          <a:prstGeom prst="line">
            <a:avLst/>
          </a:prstGeom>
          <a:ln w="28575">
            <a:solidFill>
              <a:srgbClr val="BA8F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8875153-F613-00BF-57EB-F7AAD557749D}"/>
              </a:ext>
            </a:extLst>
          </p:cNvPr>
          <p:cNvCxnSpPr>
            <a:cxnSpLocks/>
          </p:cNvCxnSpPr>
          <p:nvPr/>
        </p:nvCxnSpPr>
        <p:spPr>
          <a:xfrm>
            <a:off x="3823211" y="9235976"/>
            <a:ext cx="0" cy="206851"/>
          </a:xfrm>
          <a:prstGeom prst="line">
            <a:avLst/>
          </a:prstGeom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B2F7BF1-39B4-667B-1C8B-CD3A3A6EF65A}"/>
              </a:ext>
            </a:extLst>
          </p:cNvPr>
          <p:cNvCxnSpPr>
            <a:cxnSpLocks/>
          </p:cNvCxnSpPr>
          <p:nvPr/>
        </p:nvCxnSpPr>
        <p:spPr>
          <a:xfrm>
            <a:off x="3817652" y="9447753"/>
            <a:ext cx="2215887" cy="681545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37FACE5-0555-9A7F-5B09-1DA185F1AF90}"/>
              </a:ext>
            </a:extLst>
          </p:cNvPr>
          <p:cNvCxnSpPr>
            <a:cxnSpLocks/>
          </p:cNvCxnSpPr>
          <p:nvPr/>
        </p:nvCxnSpPr>
        <p:spPr>
          <a:xfrm>
            <a:off x="1107904" y="10453097"/>
            <a:ext cx="2915100" cy="896603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F87A3A2-660C-C2ED-A31E-4ED6731DEF83}"/>
              </a:ext>
            </a:extLst>
          </p:cNvPr>
          <p:cNvCxnSpPr>
            <a:cxnSpLocks/>
          </p:cNvCxnSpPr>
          <p:nvPr/>
        </p:nvCxnSpPr>
        <p:spPr>
          <a:xfrm>
            <a:off x="3772752" y="9213791"/>
            <a:ext cx="2209909" cy="679706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7140B80-6D53-28A6-69E8-F401D30A9FA4}"/>
              </a:ext>
            </a:extLst>
          </p:cNvPr>
          <p:cNvCxnSpPr>
            <a:cxnSpLocks/>
          </p:cNvCxnSpPr>
          <p:nvPr/>
        </p:nvCxnSpPr>
        <p:spPr>
          <a:xfrm>
            <a:off x="1100383" y="10840720"/>
            <a:ext cx="2955069" cy="908897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B321032-1565-1D48-2A3F-B6A771BFF2E4}"/>
              </a:ext>
            </a:extLst>
          </p:cNvPr>
          <p:cNvCxnSpPr>
            <a:cxnSpLocks/>
          </p:cNvCxnSpPr>
          <p:nvPr/>
        </p:nvCxnSpPr>
        <p:spPr>
          <a:xfrm>
            <a:off x="3222251" y="5872552"/>
            <a:ext cx="2680709" cy="82451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8B9FC12-A4B3-1E71-51F2-5CC5C78A6145}"/>
              </a:ext>
            </a:extLst>
          </p:cNvPr>
          <p:cNvCxnSpPr>
            <a:cxnSpLocks/>
          </p:cNvCxnSpPr>
          <p:nvPr/>
        </p:nvCxnSpPr>
        <p:spPr>
          <a:xfrm>
            <a:off x="1087120" y="7296797"/>
            <a:ext cx="2551732" cy="78484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511E2E5-5178-6B16-99DB-18E26CD64339}"/>
              </a:ext>
            </a:extLst>
          </p:cNvPr>
          <p:cNvCxnSpPr>
            <a:cxnSpLocks/>
          </p:cNvCxnSpPr>
          <p:nvPr/>
        </p:nvCxnSpPr>
        <p:spPr>
          <a:xfrm>
            <a:off x="3245497" y="5445416"/>
            <a:ext cx="2680709" cy="82451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5EF115B-B357-E774-49D8-3EEC4F397A27}"/>
              </a:ext>
            </a:extLst>
          </p:cNvPr>
          <p:cNvCxnSpPr>
            <a:cxnSpLocks/>
          </p:cNvCxnSpPr>
          <p:nvPr/>
        </p:nvCxnSpPr>
        <p:spPr>
          <a:xfrm flipV="1">
            <a:off x="1152808" y="5857671"/>
            <a:ext cx="2046197" cy="14320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699C294-B953-0BBD-F17C-28B8D4429A0F}"/>
              </a:ext>
            </a:extLst>
          </p:cNvPr>
          <p:cNvCxnSpPr>
            <a:cxnSpLocks/>
          </p:cNvCxnSpPr>
          <p:nvPr/>
        </p:nvCxnSpPr>
        <p:spPr>
          <a:xfrm flipV="1">
            <a:off x="3199005" y="5438347"/>
            <a:ext cx="14045" cy="44074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CD2C2EB-5C74-A357-E7A6-16CDF4B75287}"/>
              </a:ext>
            </a:extLst>
          </p:cNvPr>
          <p:cNvCxnSpPr>
            <a:cxnSpLocks/>
          </p:cNvCxnSpPr>
          <p:nvPr/>
        </p:nvCxnSpPr>
        <p:spPr>
          <a:xfrm flipH="1">
            <a:off x="1129562" y="5456916"/>
            <a:ext cx="2092689" cy="18398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406D21B-C175-A134-D37A-072A947062C6}"/>
              </a:ext>
            </a:extLst>
          </p:cNvPr>
          <p:cNvCxnSpPr>
            <a:cxnSpLocks/>
          </p:cNvCxnSpPr>
          <p:nvPr/>
        </p:nvCxnSpPr>
        <p:spPr>
          <a:xfrm flipV="1">
            <a:off x="3722045" y="6734361"/>
            <a:ext cx="2180915" cy="134727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C4581C8-5874-51A4-C53C-89F87F193058}"/>
              </a:ext>
            </a:extLst>
          </p:cNvPr>
          <p:cNvCxnSpPr>
            <a:cxnSpLocks/>
          </p:cNvCxnSpPr>
          <p:nvPr/>
        </p:nvCxnSpPr>
        <p:spPr>
          <a:xfrm flipV="1">
            <a:off x="5857883" y="6211452"/>
            <a:ext cx="16989" cy="53313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6F75418-3AB1-1D39-7018-F49D9585143D}"/>
              </a:ext>
            </a:extLst>
          </p:cNvPr>
          <p:cNvCxnSpPr>
            <a:cxnSpLocks/>
          </p:cNvCxnSpPr>
          <p:nvPr/>
        </p:nvCxnSpPr>
        <p:spPr>
          <a:xfrm flipH="1">
            <a:off x="3698799" y="6239143"/>
            <a:ext cx="2185274" cy="18495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43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Семантический треугольник Готлоба Фреге — все самое интересное на ...">
            <a:extLst>
              <a:ext uri="{FF2B5EF4-FFF2-40B4-BE49-F238E27FC236}">
                <a16:creationId xmlns:a16="http://schemas.microsoft.com/office/drawing/2014/main" id="{6224B16D-A2D6-8E2A-D27F-C15D134D8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726957">
            <a:off x="1319511" y="966539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8D830F-4327-4149-BDBC-1DCE8BCD7C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76304" y="-153913"/>
            <a:ext cx="1860437" cy="3305698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CA395F-B6CA-7EF1-F8FA-18E95D8009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29298" y="6695578"/>
            <a:ext cx="2326606" cy="2830348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82723D-F00E-E6C8-8FD5-FB9D78B53B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6074" y="9163566"/>
            <a:ext cx="3238237" cy="933114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095E59-8965-856B-02B0-3D015361B0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7517" y="6891839"/>
            <a:ext cx="1478338" cy="702319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pic>
        <p:nvPicPr>
          <p:cNvPr id="9" name="Picture 8" descr="A diagram of a prism&#10;&#10;Description automatically generated">
            <a:extLst>
              <a:ext uri="{FF2B5EF4-FFF2-40B4-BE49-F238E27FC236}">
                <a16:creationId xmlns:a16="http://schemas.microsoft.com/office/drawing/2014/main" id="{C5197622-C554-6481-FB73-527F6F8FF7E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3" y="7051449"/>
            <a:ext cx="3457677" cy="242707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1EBEC5-85EF-CC21-8C33-14B6D64B7006}"/>
              </a:ext>
            </a:extLst>
          </p:cNvPr>
          <p:cNvCxnSpPr>
            <a:cxnSpLocks/>
          </p:cNvCxnSpPr>
          <p:nvPr/>
        </p:nvCxnSpPr>
        <p:spPr>
          <a:xfrm flipV="1">
            <a:off x="3877519" y="8110752"/>
            <a:ext cx="1363669" cy="7405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BA785E-3CDA-64E3-6C70-4B019FAAC91D}"/>
              </a:ext>
            </a:extLst>
          </p:cNvPr>
          <p:cNvCxnSpPr>
            <a:cxnSpLocks/>
          </p:cNvCxnSpPr>
          <p:nvPr/>
        </p:nvCxnSpPr>
        <p:spPr>
          <a:xfrm flipV="1">
            <a:off x="653914" y="7731889"/>
            <a:ext cx="1992160" cy="133987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925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Sunny Sanwar</dc:creator>
  <cp:lastModifiedBy>Sunny Sanwar</cp:lastModifiedBy>
  <cp:revision>2</cp:revision>
  <dcterms:created xsi:type="dcterms:W3CDTF">2026-01-27T02:52:41Z</dcterms:created>
  <dcterms:modified xsi:type="dcterms:W3CDTF">2026-01-27T03:35:28Z</dcterms:modified>
</cp:coreProperties>
</file>